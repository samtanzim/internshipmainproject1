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Paytm UPI Fraud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356232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 err="1"/>
              <a:t>M.Tech</a:t>
            </a:r>
            <a:r>
              <a:rPr dirty="0"/>
              <a:t> Internship </a:t>
            </a:r>
            <a:r>
              <a:rPr lang="en-US" dirty="0"/>
              <a:t>Project</a:t>
            </a:r>
            <a:endParaRPr dirty="0"/>
          </a:p>
          <a:p>
            <a:pPr>
              <a:defRPr sz="2000"/>
            </a:pPr>
            <a:r>
              <a:rPr dirty="0"/>
              <a:t>Department of Data Engineering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Presented </a:t>
            </a:r>
            <a:r>
              <a:rPr dirty="0" err="1"/>
              <a:t>by:</a:t>
            </a:r>
            <a:r>
              <a:rPr lang="en-US" dirty="0" err="1"/>
              <a:t>Saima</a:t>
            </a:r>
            <a:r>
              <a:rPr lang="en-US" dirty="0"/>
              <a:t> Anjum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UPI has become the most popular digital payment system in India.</a:t>
            </a:r>
          </a:p>
          <a:p>
            <a:pPr>
              <a:defRPr sz="2000"/>
            </a:pPr>
            <a:r>
              <a:t>• Increasing online transactions have also increased fraud attempts.</a:t>
            </a:r>
          </a:p>
          <a:p>
            <a:pPr>
              <a:defRPr sz="2000"/>
            </a:pPr>
            <a:r>
              <a:t>• Machine learning can identify suspicious transaction patterns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Traditional rule-based systems cannot detect every fraud.</a:t>
            </a:r>
          </a:p>
          <a:p>
            <a:pPr>
              <a:defRPr sz="2000"/>
            </a:pPr>
            <a:r>
              <a:t>• Fraudsters continuously change their attack patterns.</a:t>
            </a:r>
          </a:p>
          <a:p>
            <a:pPr>
              <a:defRPr sz="2000"/>
            </a:pPr>
            <a:r>
              <a:t>• A smarter fraud detection mechanism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Detect fraudulent UPI transactions.</a:t>
            </a:r>
          </a:p>
          <a:p>
            <a:pPr>
              <a:defRPr sz="2000"/>
            </a:pPr>
            <a:r>
              <a:t>• Reduce financial loss.</a:t>
            </a:r>
          </a:p>
          <a:p>
            <a:pPr>
              <a:defRPr sz="2000"/>
            </a:pPr>
            <a:r>
              <a:t>• Improve customer security.</a:t>
            </a:r>
          </a:p>
          <a:p>
            <a:pPr>
              <a:defRPr sz="2000"/>
            </a:pPr>
            <a:r>
              <a:t>• Provide real-time prediction.</a:t>
            </a:r>
          </a:p>
          <a:p>
            <a:pPr>
              <a:defRPr sz="2000"/>
            </a:pPr>
            <a:r>
              <a:t>• Build a scalable surveillance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Data Sources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Dataset Generation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Random Forest / XGBoost Training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Saved ML Model (.pkl)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Streamlit Dashboard</a:t>
            </a:r>
          </a:p>
          <a:p>
            <a:pPr>
              <a:defRPr sz="2000"/>
            </a:pPr>
            <a:r>
              <a:t>↓</a:t>
            </a:r>
          </a:p>
          <a:p>
            <a:pPr>
              <a:defRPr sz="2000"/>
            </a:pPr>
            <a:r>
              <a:t>Fraud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Generate synthetic dataset.</a:t>
            </a:r>
          </a:p>
          <a:p>
            <a:pPr>
              <a:defRPr sz="2000"/>
            </a:pPr>
            <a:r>
              <a:t>2. Train Random Forest and XGBoost models.</a:t>
            </a:r>
          </a:p>
          <a:p>
            <a:pPr>
              <a:defRPr sz="2000"/>
            </a:pPr>
            <a:r>
              <a:t>3. Save trained models.</a:t>
            </a:r>
          </a:p>
          <a:p>
            <a:pPr>
              <a:defRPr sz="2000"/>
            </a:pPr>
            <a:r>
              <a:t>4. User enters transaction details.</a:t>
            </a:r>
          </a:p>
          <a:p>
            <a:pPr>
              <a:defRPr sz="2000"/>
            </a:pPr>
            <a:r>
              <a:t>5. Model predicts Normal or Fraud.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Python</a:t>
            </a:r>
          </a:p>
          <a:p>
            <a:pPr>
              <a:defRPr sz="2000"/>
            </a:pPr>
            <a:r>
              <a:t>• Pandas</a:t>
            </a:r>
          </a:p>
          <a:p>
            <a:pPr>
              <a:defRPr sz="2000"/>
            </a:pPr>
            <a:r>
              <a:t>• Scikit-learn</a:t>
            </a:r>
          </a:p>
          <a:p>
            <a:pPr>
              <a:defRPr sz="2000"/>
            </a:pPr>
            <a:r>
              <a:t>• Random Forest</a:t>
            </a:r>
          </a:p>
          <a:p>
            <a:pPr>
              <a:defRPr sz="2000"/>
            </a:pPr>
            <a:r>
              <a:t>• XGBoost</a:t>
            </a:r>
          </a:p>
          <a:p>
            <a:pPr>
              <a:defRPr sz="2000"/>
            </a:pPr>
            <a:r>
              <a:t>• Streamlit</a:t>
            </a:r>
          </a:p>
          <a:p>
            <a:pPr>
              <a:defRPr sz="2000"/>
            </a:pPr>
            <a:r>
              <a:t>• Joblib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Input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Transaction Amount</a:t>
            </a:r>
          </a:p>
          <a:p>
            <a:pPr>
              <a:defRPr sz="2000"/>
            </a:pPr>
            <a:r>
              <a:t>• Transaction Velocity</a:t>
            </a:r>
          </a:p>
          <a:p>
            <a:pPr>
              <a:defRPr sz="2000"/>
            </a:pPr>
            <a:r>
              <a:t>• Location Risk</a:t>
            </a:r>
          </a:p>
          <a:p>
            <a:pPr>
              <a:defRPr sz="2000"/>
            </a:pPr>
            <a:r>
              <a:t>• Device Change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These features are used by the ML model to classify transactions.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Working Demo</a:t>
            </a:r>
          </a:p>
        </p:txBody>
      </p:sp>
      <p:pic>
        <p:nvPicPr>
          <p:cNvPr id="4" name="Picture 3" descr="1f363935-1015-4f88-aa48-65b411ac28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4658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914400"/>
            <a:ext cx="2194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Highlights</a:t>
            </a:r>
          </a:p>
          <a:p>
            <a:pPr>
              <a:defRPr sz="2000"/>
            </a:pPr>
            <a:r>
              <a:t>• Interactive UI</a:t>
            </a:r>
          </a:p>
          <a:p>
            <a:pPr>
              <a:defRPr sz="2000"/>
            </a:pPr>
            <a:r>
              <a:t>• Real-time prediction</a:t>
            </a:r>
          </a:p>
          <a:p>
            <a:pPr>
              <a:defRPr sz="2000"/>
            </a:pPr>
            <a:r>
              <a:t>• Fraud detected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Normal transactions are correctly identified.</a:t>
            </a:r>
          </a:p>
          <a:p>
            <a:pPr>
              <a:defRPr sz="2000"/>
            </a:pPr>
            <a:r>
              <a:t>• Suspicious transactions are classified as fraud.</a:t>
            </a:r>
          </a:p>
          <a:p>
            <a:pPr>
              <a:defRPr sz="2000"/>
            </a:pPr>
            <a:r>
              <a:t>• Interactive dashboard provides instant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Apache Kafka</a:t>
            </a:r>
          </a:p>
          <a:p>
            <a:pPr>
              <a:defRPr sz="2000"/>
            </a:pPr>
            <a:r>
              <a:t>• Apache Flink</a:t>
            </a:r>
          </a:p>
          <a:p>
            <a:pPr>
              <a:defRPr sz="2000"/>
            </a:pPr>
            <a:r>
              <a:t>• PostgreSQL</a:t>
            </a:r>
          </a:p>
          <a:p>
            <a:pPr>
              <a:defRPr sz="2000"/>
            </a:pPr>
            <a:r>
              <a:t>• FastAPI</a:t>
            </a:r>
          </a:p>
          <a:p>
            <a:pPr>
              <a:defRPr sz="2000"/>
            </a:pPr>
            <a:r>
              <a:t>• Live alerts</a:t>
            </a:r>
          </a:p>
          <a:p>
            <a:pPr>
              <a:defRPr sz="2000"/>
            </a:pPr>
            <a:r>
              <a:t>• Real-time analytics</a:t>
            </a:r>
          </a:p>
          <a:p>
            <a:pPr>
              <a:defRPr sz="2000"/>
            </a:pPr>
            <a:r>
              <a:t>• REST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Developed a working ML-based fraud detection prototype.</a:t>
            </a:r>
          </a:p>
          <a:p>
            <a:pPr>
              <a:defRPr sz="2000"/>
            </a:pPr>
            <a:r>
              <a:t>• Demonstrated successful fraud prediction.</a:t>
            </a:r>
          </a:p>
          <a:p>
            <a:pPr>
              <a:defRPr sz="2000"/>
            </a:pPr>
            <a:r>
              <a:t>• Proposed architecture supports future real-time deployment.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302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2026-06-28T05:18:34Z</dcterms:modified>
  <cp:category/>
</cp:coreProperties>
</file>